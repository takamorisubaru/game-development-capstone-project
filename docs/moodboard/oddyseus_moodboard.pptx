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ODDYSEUS: JOURNEY'S END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BOARD  —  ART &amp; SOUND DIRECTION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 v0.1  ·  For internal use by art &amp; sound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3794760"/>
            <a:ext cx="1463040" cy="27432"/>
          </a:xfrm>
          <a:prstGeom prst="rect">
            <a:avLst/>
          </a:prstGeom>
          <a:solidFill>
            <a:srgbClr val="C9A24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— TONE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Direction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world: worn and muted, hand-inked linework — hard, lived-in, mythic hardship. NOT full Darkest Dungeon-level grime or suffocation; the everyday world should still feel breathable. The real contrast lives in God Realms (see slide 6): stepping into a god's domain is a deliberate, vivid colour break within the same art style — saturated and painterly where the everyday world is muted (see God Realms slide, later in this deck).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463040"/>
            <a:ext cx="4572000" cy="822960"/>
          </a:xfrm>
          <a:prstGeom prst="rect">
            <a:avLst/>
          </a:prstGeom>
          <a:solidFill>
            <a:srgbClr val="241E17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69480" y="1536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Worn, hand-inked, hard-lived-in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NOT: not suffocating / not full grimdark misery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0" y="2423160"/>
            <a:ext cx="4572000" cy="822960"/>
          </a:xfrm>
          <a:prstGeom prst="rect">
            <a:avLst/>
          </a:prstGeom>
          <a:solidFill>
            <a:srgbClr val="241E17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69480" y="2496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Grounded, human-scale framing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NOT: not open, airy, heroic-fantasy framing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040880" y="3383280"/>
            <a:ext cx="4572000" cy="822960"/>
          </a:xfrm>
          <a:prstGeom prst="rect">
            <a:avLst/>
          </a:prstGeom>
          <a:solidFill>
            <a:srgbClr val="241E17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69480" y="3456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Vivid colour ONLY in God Realms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3794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NOT: not colour as constant decoration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0" y="4343400"/>
            <a:ext cx="4572000" cy="822960"/>
          </a:xfrm>
          <a:prstGeom prst="rect">
            <a:avLst/>
          </a:prstGeom>
          <a:solidFill>
            <a:srgbClr val="241E17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69480" y="4416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Mythic dread, with room to breathe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4754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NOT: not slapstick or parody tone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— PALETTE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Colour Palette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Base: desaturated, worn, warm-dark. Accents: reserved for specific meaning, not spread evenly.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920240" cy="1371600"/>
          </a:xfrm>
          <a:prstGeom prst="rect">
            <a:avLst/>
          </a:prstGeom>
          <a:solidFill>
            <a:srgbClr val="1A1611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#1A1611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Void / bg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6040" y="2011680"/>
            <a:ext cx="1920240" cy="1371600"/>
          </a:xfrm>
          <a:prstGeom prst="rect">
            <a:avLst/>
          </a:prstGeom>
          <a:solidFill>
            <a:srgbClr val="241E17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#241E17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1920240" cy="1371600"/>
          </a:xfrm>
          <a:prstGeom prst="rect">
            <a:avLst/>
          </a:prstGeom>
          <a:solidFill>
            <a:srgbClr val="3A3327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#3A3327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Line/ink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20840" y="2011680"/>
            <a:ext cx="1920240" cy="1371600"/>
          </a:xfrm>
          <a:prstGeom prst="rect">
            <a:avLst/>
          </a:prstGeom>
          <a:solidFill>
            <a:srgbClr val="8C8271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#8C8271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Aged 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778240" y="2011680"/>
            <a:ext cx="1920240" cy="1371600"/>
          </a:xfrm>
          <a:prstGeom prst="rect">
            <a:avLst/>
          </a:prstGeom>
          <a:solidFill>
            <a:srgbClr val="E7DFC9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#E7DFC9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Parchment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2514600" cy="1005840"/>
          </a:xfrm>
          <a:prstGeom prst="rect">
            <a:avLst/>
          </a:prstGeom>
          <a:solidFill>
            <a:srgbClr val="C9A24B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#C9A24B  Divine gold — blessings, gods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4480560"/>
            <a:ext cx="2514600" cy="1005840"/>
          </a:xfrm>
          <a:prstGeom prst="rect">
            <a:avLst/>
          </a:prstGeom>
          <a:solidFill>
            <a:srgbClr val="3E6E64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37560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#3E6E64  Sea/plague teal — Poseidon, sickness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52160" y="4480560"/>
            <a:ext cx="2514600" cy="1005840"/>
          </a:xfrm>
          <a:prstGeom prst="rect">
            <a:avLst/>
          </a:prstGeom>
          <a:solidFill>
            <a:srgbClr val="8A3B2B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89320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#8A3B2B  Blood rust — danger, wounds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03920" y="4480560"/>
            <a:ext cx="2514600" cy="1005840"/>
          </a:xfrm>
          <a:prstGeom prst="rect">
            <a:avLst/>
          </a:prstGeom>
          <a:solidFill>
            <a:srgbClr val="5B4A7A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41080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#5B4A7A  Omen violet — prophecy, event islands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of thumb: no more than one accent colour active on screen at once, outside of intentional "divine" moments where gold may combine with one other accent.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— UI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 &amp; UI Feel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Serif, carved / engraved feel for headers — inspired by Limbus Company's chapter-select clarity, but weathered rather than clean digital.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ODYSSEY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 Bb Cc — display / headers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text stays plain and legible — the frame and ink do the atmosphere, the reading shouldn't strain.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2103120"/>
            <a:ext cx="5029200" cy="2651760"/>
          </a:xfrm>
          <a:prstGeom prst="rect">
            <a:avLst/>
          </a:prstGeom>
          <a:solidFill>
            <a:srgbClr val="241E17"/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NODE STYLE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Hand-inked node icons for Battle / Puzzle / Event / Resource islands. Paths drawn like ink on aged sea-charts, not clean UI lines.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3749040"/>
            <a:ext cx="640080" cy="640080"/>
          </a:xfrm>
          <a:prstGeom prst="ellipse">
            <a:avLst/>
          </a:prstGeom>
          <a:solidFill>
            <a:srgbClr val="8A3B2B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Battle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01000" y="3749040"/>
            <a:ext cx="640080" cy="640080"/>
          </a:xfrm>
          <a:prstGeom prst="ellipse">
            <a:avLst/>
          </a:prstGeom>
          <a:solidFill>
            <a:srgbClr val="3E6E64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Puzzle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0" y="3749040"/>
            <a:ext cx="640080" cy="640080"/>
          </a:xfrm>
          <a:prstGeom prst="ellipse">
            <a:avLst/>
          </a:prstGeom>
          <a:solidFill>
            <a:srgbClr val="5B4A7A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0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287000" y="3749040"/>
            <a:ext cx="640080" cy="64008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E7DF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12680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04.1 — ISLAND 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Battle Island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515600" cy="73152"/>
          </a:xfrm>
          <a:prstGeom prst="rect">
            <a:avLst/>
          </a:prstGeom>
          <a:solidFill>
            <a:srgbClr val="8A3B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Tight, cramped combat framing. Torchlight and shadow, weapons and wounds in close focus — the Darkest Dungeon 'dread' feeling at its strongest here.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keywords to pull for this island (search separately, not included here for rights reasons):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"ink illustration torchlit dungeon combat", "cramped dark fantasy skirmish art"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04.2 — ISLAND 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Puzzle Island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515600" cy="73152"/>
          </a:xfrm>
          <a:prstGeom prst="rect">
            <a:avLst/>
          </a:prstGeom>
          <a:solidFill>
            <a:srgbClr val="3E6E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brief pressure-release from dread — slightly more graphic/readable, quicker to parse visually, though never fully bright or safe-feeling.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keywords to pull for this island (search separately, not included here for rights reasons):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"ancient greek riddle mosaic", "weathered puzzle mechanism illustration"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04.3 — ISLAND 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Island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515600" cy="73152"/>
          </a:xfrm>
          <a:prstGeom prst="rect">
            <a:avLst/>
          </a:prstGeom>
          <a:solidFill>
            <a:srgbClr val="5B4A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Portrait-driven, dialogue-focused. Faces and omens matter more than environment — a single striking image per choice beat.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keywords to pull for this island (search separately, not included here for rights reasons):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"oracle prophecy portrait dark ink", "ancient greek omen illustration"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04.4 — ISLAND 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Island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515600" cy="731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Quiet, weary relief. Muted warmth — a fire, a haul of food — without ever feeling fully safe or plentiful.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2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keywords to pull for this island (search separately, not included here for rights reasons):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"weary sailors campfire painting", "ancient harbor stormy dusk illustration"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SPECIAL ENCOUNTERS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God Realms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major god/mythic-figure encounter breaks from the muted baseline into a vividly coloured, painterly-lit realm — same ink-based art style, but suddenly saturated. This is the one place colour is used generously rather than as a single accent.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20440" cy="3291840"/>
          </a:xfrm>
          <a:prstGeom prst="rect">
            <a:avLst/>
          </a:prstGeom>
          <a:solidFill>
            <a:srgbClr val="241E17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060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Aeolus — Keeper of the Winds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Floating sky island. Stormy blues and violets, gold wind-currents cutting through cloud.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4709160"/>
            <a:ext cx="960120" cy="822960"/>
          </a:xfrm>
          <a:prstGeom prst="rect">
            <a:avLst/>
          </a:prstGeom>
          <a:solidFill>
            <a:srgbClr val="3F5A8C"/>
          </a:solidFill>
          <a:ln w="9525">
            <a:solidFill>
              <a:srgbClr val="3A33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4709160"/>
            <a:ext cx="960120" cy="822960"/>
          </a:xfrm>
          <a:prstGeom prst="rect">
            <a:avLst/>
          </a:prstGeom>
          <a:solidFill>
            <a:srgbClr val="6B4FA0"/>
          </a:solidFill>
          <a:ln w="9525">
            <a:solidFill>
              <a:srgbClr val="3A33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4709160"/>
            <a:ext cx="960120" cy="822960"/>
          </a:xfrm>
          <a:prstGeom prst="rect">
            <a:avLst/>
          </a:prstGeom>
          <a:solidFill>
            <a:srgbClr val="D8B24C"/>
          </a:solidFill>
          <a:ln w="9525">
            <a:solidFill>
              <a:srgbClr val="3A33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2468880"/>
            <a:ext cx="3520440" cy="3291840"/>
          </a:xfrm>
          <a:prstGeom prst="rect">
            <a:avLst/>
          </a:prstGeom>
          <a:solidFill>
            <a:srgbClr val="241E17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26060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Athena — Mind-Palace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200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Abstract, surreal interior rather than a physical place. Cool marble white, bronze/gold owl-motif accents.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4709160"/>
            <a:ext cx="960120" cy="822960"/>
          </a:xfrm>
          <a:prstGeom prst="rect">
            <a:avLst/>
          </a:prstGeom>
          <a:solidFill>
            <a:srgbClr val="E9E4D8"/>
          </a:solidFill>
          <a:ln w="9525">
            <a:solidFill>
              <a:srgbClr val="3A33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4709160"/>
            <a:ext cx="960120" cy="822960"/>
          </a:xfrm>
          <a:prstGeom prst="rect">
            <a:avLst/>
          </a:prstGeom>
          <a:solidFill>
            <a:srgbClr val="B08D3E"/>
          </a:solidFill>
          <a:ln w="9525">
            <a:solidFill>
              <a:srgbClr val="3A33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4709160"/>
            <a:ext cx="960120" cy="822960"/>
          </a:xfrm>
          <a:prstGeom prst="rect">
            <a:avLst/>
          </a:prstGeom>
          <a:solidFill>
            <a:srgbClr val="6B7280"/>
          </a:solidFill>
          <a:ln w="9525">
            <a:solidFill>
              <a:srgbClr val="3A33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2468880"/>
            <a:ext cx="3520440" cy="3291840"/>
          </a:xfrm>
          <a:prstGeom prst="rect">
            <a:avLst/>
          </a:prstGeom>
          <a:solidFill>
            <a:srgbClr val="241E17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26060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[Next god — TBD]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3200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Palette to be defined per-god as new realms are introduced. Keep each realm visually distinct from the others.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4709160"/>
            <a:ext cx="960120" cy="822960"/>
          </a:xfrm>
          <a:prstGeom prst="rect">
            <a:avLst/>
          </a:prstGeom>
          <a:solidFill>
            <a:srgbClr val="241E17"/>
          </a:solidFill>
          <a:ln w="9525">
            <a:solidFill>
              <a:srgbClr val="3A33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4709160"/>
            <a:ext cx="960120" cy="822960"/>
          </a:xfrm>
          <a:prstGeom prst="rect">
            <a:avLst/>
          </a:prstGeom>
          <a:solidFill>
            <a:srgbClr val="3A3327"/>
          </a:solidFill>
          <a:ln w="9525">
            <a:solidFill>
              <a:srgbClr val="3A33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4709160"/>
            <a:ext cx="960120" cy="822960"/>
          </a:xfrm>
          <a:prstGeom prst="rect">
            <a:avLst/>
          </a:prstGeom>
          <a:solidFill>
            <a:srgbClr val="8C8271"/>
          </a:solidFill>
          <a:ln w="9525">
            <a:solidFill>
              <a:srgbClr val="3A3327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AUDIO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Direction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698480" cy="1005840"/>
          </a:xfrm>
          <a:prstGeom prst="rect">
            <a:avLst/>
          </a:prstGeom>
          <a:solidFill>
            <a:srgbClr val="241E17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 / Exploration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creaking timber, distant surf, wind over open water. Sparse — silence itself is part of the dread.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0698480" cy="1005840"/>
          </a:xfrm>
          <a:prstGeom prst="rect">
            <a:avLst/>
          </a:prstGeom>
          <a:solidFill>
            <a:srgbClr val="241E17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432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Combat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63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string drones under sharp percussive hits; no triumphant fanfare — every fight should feel costly, not heroic.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0698480" cy="1005840"/>
          </a:xfrm>
          <a:prstGeom prst="rect">
            <a:avLst/>
          </a:prstGeom>
          <a:solidFill>
            <a:srgbClr val="241E17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862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Divine / Blessing moments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06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sustained choral or brass swell — the one place music is allowed to feel large and colourful, mirroring the gold accent colour.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0698480" cy="1005840"/>
          </a:xfrm>
          <a:prstGeom prst="rect">
            <a:avLst/>
          </a:prstGeom>
          <a:solidFill>
            <a:srgbClr val="241E17"/>
          </a:solidFill>
          <a:ln w="12700">
            <a:solidFill>
              <a:srgbClr val="3A33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0292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direction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349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Weary, understated line reads over grand/theatrical ones — dread and exhaustion carried in restraint, not volume.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2026-09-21T02:36:14Z</dcterms:created>
  <dcterms:modified xsi:type="dcterms:W3CDTF">2026-09-21T02:36:14Z</dcterms:modified>
</cp:coreProperties>
</file>